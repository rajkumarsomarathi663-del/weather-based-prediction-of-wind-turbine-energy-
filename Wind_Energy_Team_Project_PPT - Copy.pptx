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84" r:id="rId1"/>
  </p:sldMasterIdLst>
  <p:notesMasterIdLst>
    <p:notesMasterId r:id="rId2"/>
  </p:notesMasterIdLst>
  <p:sldIdLst>
    <p:sldId id="295" r:id="rId3"/>
    <p:sldId id="296" r:id="rId4"/>
    <p:sldId id="297" r:id="rId5"/>
    <p:sldId id="298" r:id="rId6"/>
    <p:sldId id="299" r:id="rId7"/>
    <p:sldId id="300" r:id="rId8"/>
    <p:sldId id="301" r:id="rId9"/>
    <p:sldId id="302" r:id="rId10"/>
    <p:sldId id="303" r:id="rId11"/>
    <p:sldId id="304" r:id="rId12"/>
    <p:sldId id="305" r:id="rId13"/>
    <p:sldId id="306" r:id="rId14"/>
  </p:sldIdLst>
  <p:sldSz type="screen4x3" cy="68580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8673" autoAdjust="0"/>
    <p:restoredTop sz="94660"/>
  </p:normalViewPr>
  <p:slideViewPr>
    <p:cSldViewPr snapToGrid="0" snapToObjects="1">
      <p:cViewPr varScale="1">
        <p:scale>
          <a:sx n="78" d="100"/>
          <a:sy n="78" d="100"/>
        </p:scale>
        <p:origin x="19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9" name=""/>
        <p:cNvGrpSpPr/>
        <p:nvPr/>
      </p:nvGrpSpPr>
      <p:grpSpPr>
        <a:xfrm>
          <a:off x="0" y="0"/>
          <a:ext cx="0" cy="0"/>
          <a:chOff x="0" y="0"/>
          <a:chExt cx="0" cy="0"/>
        </a:xfrm>
      </p:grpSpPr>
      <p:sp>
        <p:nvSpPr>
          <p:cNvPr id="104866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9" name=""/>
        <p:cNvGrpSpPr/>
        <p:nvPr/>
      </p:nvGrpSpPr>
      <p:grpSpPr>
        <a:xfrm>
          <a:off x="0" y="0"/>
          <a:ext cx="0" cy="0"/>
          <a:chOff x="0" y="0"/>
          <a:chExt cx="0" cy="0"/>
        </a:xfrm>
      </p:grpSpPr>
      <p:sp>
        <p:nvSpPr>
          <p:cNvPr id="1048610" name="Title 1"/>
          <p:cNvSpPr>
            <a:spLocks noGrp="1"/>
          </p:cNvSpPr>
          <p:nvPr>
            <p:ph type="ctrTitle"/>
          </p:nvPr>
        </p:nvSpPr>
        <p:spPr>
          <a:xfrm>
            <a:off x="685800" y="2130425"/>
            <a:ext cx="7772400" cy="1470025"/>
          </a:xfrm>
        </p:spPr>
        <p:txBody>
          <a:bodyPr/>
          <a:p>
            <a:r>
              <a:rPr lang="en-US"/>
              <a:t>Click to edit Master title style</a:t>
            </a:r>
          </a:p>
        </p:txBody>
      </p:sp>
      <p:sp>
        <p:nvSpPr>
          <p:cNvPr id="1048611"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p>
        </p:txBody>
      </p:sp>
      <p:sp>
        <p:nvSpPr>
          <p:cNvPr id="1048612" name="Date Placeholder 3"/>
          <p:cNvSpPr>
            <a:spLocks noGrp="1"/>
          </p:cNvSpPr>
          <p:nvPr>
            <p:ph type="dt" sz="half" idx="10"/>
          </p:nvPr>
        </p:nvSpPr>
        <p:spPr/>
        <p:txBody>
          <a:bodyPr/>
          <a:p>
            <a:fld id="{5BCAD085-E8A6-8845-BD4E-CB4CCA059FC4}" type="datetimeFigureOut">
              <a:rPr lang="en-US" smtClean="0"/>
              <a:t>2/26/2026</a:t>
            </a:fld>
            <a:endParaRPr lang="en-US"/>
          </a:p>
        </p:txBody>
      </p:sp>
      <p:sp>
        <p:nvSpPr>
          <p:cNvPr id="1048613" name="Footer Placeholder 4"/>
          <p:cNvSpPr>
            <a:spLocks noGrp="1"/>
          </p:cNvSpPr>
          <p:nvPr>
            <p:ph type="ftr" sz="quarter" idx="11"/>
          </p:nvPr>
        </p:nvSpPr>
        <p:spPr/>
        <p:txBody>
          <a:bodyPr/>
          <a:p>
            <a:endParaRPr lang="en-US"/>
          </a:p>
        </p:txBody>
      </p:sp>
      <p:sp>
        <p:nvSpPr>
          <p:cNvPr id="1048614"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3"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p>
        </p:txBody>
      </p:sp>
      <p:sp>
        <p:nvSpPr>
          <p:cNvPr id="1048582"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p>
            <a:fld id="{5BCAD085-E8A6-8845-BD4E-CB4CCA059FC4}" type="datetimeFigureOut">
              <a:rPr lang="en-US" smtClean="0"/>
              <a:t>2/26/2026</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4" name=""/>
        <p:cNvGrpSpPr/>
        <p:nvPr/>
      </p:nvGrpSpPr>
      <p:grpSpPr>
        <a:xfrm>
          <a:off x="0" y="0"/>
          <a:ext cx="0" cy="0"/>
          <a:chOff x="0" y="0"/>
          <a:chExt cx="0" cy="0"/>
        </a:xfrm>
      </p:grpSpPr>
      <p:sp>
        <p:nvSpPr>
          <p:cNvPr id="1048635"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p>
        </p:txBody>
      </p:sp>
      <p:sp>
        <p:nvSpPr>
          <p:cNvPr id="1048636"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37" name="Date Placeholder 3"/>
          <p:cNvSpPr>
            <a:spLocks noGrp="1"/>
          </p:cNvSpPr>
          <p:nvPr>
            <p:ph type="dt" sz="half" idx="10"/>
          </p:nvPr>
        </p:nvSpPr>
        <p:spPr/>
        <p:txBody>
          <a:bodyPr/>
          <a:p>
            <a:fld id="{5BCAD085-E8A6-8845-BD4E-CB4CCA059FC4}" type="datetimeFigureOut">
              <a:rPr lang="en-US" smtClean="0"/>
              <a:t>2/26/2026</a:t>
            </a:fld>
            <a:endParaRPr lang="en-US"/>
          </a:p>
        </p:txBody>
      </p:sp>
      <p:sp>
        <p:nvSpPr>
          <p:cNvPr id="1048638" name="Footer Placeholder 4"/>
          <p:cNvSpPr>
            <a:spLocks noGrp="1"/>
          </p:cNvSpPr>
          <p:nvPr>
            <p:ph type="ftr" sz="quarter" idx="11"/>
          </p:nvPr>
        </p:nvSpPr>
        <p:spPr/>
        <p:txBody>
          <a:bodyPr/>
          <a:p>
            <a:endParaRPr lang="en-US"/>
          </a:p>
        </p:txBody>
      </p:sp>
      <p:sp>
        <p:nvSpPr>
          <p:cNvPr id="1048639"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5" name=""/>
        <p:cNvGrpSpPr/>
        <p:nvPr/>
      </p:nvGrpSpPr>
      <p:grpSpPr>
        <a:xfrm>
          <a:off x="0" y="0"/>
          <a:ext cx="0" cy="0"/>
          <a:chOff x="0" y="0"/>
          <a:chExt cx="0" cy="0"/>
        </a:xfrm>
      </p:grpSpPr>
      <p:sp>
        <p:nvSpPr>
          <p:cNvPr id="1048640" name="Title 1"/>
          <p:cNvSpPr>
            <a:spLocks noGrp="1"/>
          </p:cNvSpPr>
          <p:nvPr>
            <p:ph type="title"/>
          </p:nvPr>
        </p:nvSpPr>
        <p:spPr/>
        <p:txBody>
          <a:bodyPr/>
          <a:p>
            <a:r>
              <a:rPr lang="en-US"/>
              <a:t>Click to edit Master title style</a:t>
            </a:r>
          </a:p>
        </p:txBody>
      </p:sp>
      <p:sp>
        <p:nvSpPr>
          <p:cNvPr id="104864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3" name="Date Placeholder 4"/>
          <p:cNvSpPr>
            <a:spLocks noGrp="1"/>
          </p:cNvSpPr>
          <p:nvPr>
            <p:ph type="dt" sz="half" idx="10"/>
          </p:nvPr>
        </p:nvSpPr>
        <p:spPr/>
        <p:txBody>
          <a:bodyPr/>
          <a:p>
            <a:fld id="{5BCAD085-E8A6-8845-BD4E-CB4CCA059FC4}" type="datetimeFigureOut">
              <a:rPr lang="en-US" smtClean="0"/>
              <a:t>2/26/2026</a:t>
            </a:fld>
            <a:endParaRPr lang="en-US"/>
          </a:p>
        </p:txBody>
      </p:sp>
      <p:sp>
        <p:nvSpPr>
          <p:cNvPr id="1048644" name="Footer Placeholder 5"/>
          <p:cNvSpPr>
            <a:spLocks noGrp="1"/>
          </p:cNvSpPr>
          <p:nvPr>
            <p:ph type="ftr" sz="quarter" idx="11"/>
          </p:nvPr>
        </p:nvSpPr>
        <p:spPr/>
        <p:txBody>
          <a:bodyPr/>
          <a:p>
            <a:endParaRPr lang="en-US"/>
          </a:p>
        </p:txBody>
      </p:sp>
      <p:sp>
        <p:nvSpPr>
          <p:cNvPr id="1048645"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6" name=""/>
        <p:cNvGrpSpPr/>
        <p:nvPr/>
      </p:nvGrpSpPr>
      <p:grpSpPr>
        <a:xfrm>
          <a:off x="0" y="0"/>
          <a:ext cx="0" cy="0"/>
          <a:chOff x="0" y="0"/>
          <a:chExt cx="0" cy="0"/>
        </a:xfrm>
      </p:grpSpPr>
      <p:sp>
        <p:nvSpPr>
          <p:cNvPr id="1048646" name="Title 1"/>
          <p:cNvSpPr>
            <a:spLocks noGrp="1"/>
          </p:cNvSpPr>
          <p:nvPr>
            <p:ph type="title"/>
          </p:nvPr>
        </p:nvSpPr>
        <p:spPr/>
        <p:txBody>
          <a:bodyPr/>
          <a:p>
            <a:r>
              <a:rPr lang="en-US"/>
              <a:t>Click to edit Master title style</a:t>
            </a:r>
          </a:p>
        </p:txBody>
      </p:sp>
      <p:sp>
        <p:nvSpPr>
          <p:cNvPr id="1048647"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9"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1" name="Date Placeholder 6"/>
          <p:cNvSpPr>
            <a:spLocks noGrp="1"/>
          </p:cNvSpPr>
          <p:nvPr>
            <p:ph type="dt" sz="half" idx="10"/>
          </p:nvPr>
        </p:nvSpPr>
        <p:spPr/>
        <p:txBody>
          <a:bodyPr/>
          <a:p>
            <a:fld id="{5BCAD085-E8A6-8845-BD4E-CB4CCA059FC4}" type="datetimeFigureOut">
              <a:rPr lang="en-US" smtClean="0"/>
              <a:t>2/26/2026</a:t>
            </a:fld>
            <a:endParaRPr lang="en-US"/>
          </a:p>
        </p:txBody>
      </p:sp>
      <p:sp>
        <p:nvSpPr>
          <p:cNvPr id="1048652" name="Footer Placeholder 7"/>
          <p:cNvSpPr>
            <a:spLocks noGrp="1"/>
          </p:cNvSpPr>
          <p:nvPr>
            <p:ph type="ftr" sz="quarter" idx="11"/>
          </p:nvPr>
        </p:nvSpPr>
        <p:spPr/>
        <p:txBody>
          <a:bodyPr/>
          <a:p>
            <a:endParaRPr lang="en-US"/>
          </a:p>
        </p:txBody>
      </p:sp>
      <p:sp>
        <p:nvSpPr>
          <p:cNvPr id="1048653" name="Slide Number Placeholder 8"/>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0" name=""/>
        <p:cNvGrpSpPr/>
        <p:nvPr/>
      </p:nvGrpSpPr>
      <p:grpSpPr>
        <a:xfrm>
          <a:off x="0" y="0"/>
          <a:ext cx="0" cy="0"/>
          <a:chOff x="0" y="0"/>
          <a:chExt cx="0" cy="0"/>
        </a:xfrm>
      </p:grpSpPr>
      <p:sp>
        <p:nvSpPr>
          <p:cNvPr id="1048615" name="Title 1"/>
          <p:cNvSpPr>
            <a:spLocks noGrp="1"/>
          </p:cNvSpPr>
          <p:nvPr>
            <p:ph type="title"/>
          </p:nvPr>
        </p:nvSpPr>
        <p:spPr/>
        <p:txBody>
          <a:bodyPr/>
          <a:p>
            <a:r>
              <a:rPr lang="en-US"/>
              <a:t>Click to edit Master title style</a:t>
            </a:r>
          </a:p>
        </p:txBody>
      </p:sp>
      <p:sp>
        <p:nvSpPr>
          <p:cNvPr id="1048616" name="Date Placeholder 2"/>
          <p:cNvSpPr>
            <a:spLocks noGrp="1"/>
          </p:cNvSpPr>
          <p:nvPr>
            <p:ph type="dt" sz="half" idx="10"/>
          </p:nvPr>
        </p:nvSpPr>
        <p:spPr/>
        <p:txBody>
          <a:bodyPr/>
          <a:p>
            <a:fld id="{5BCAD085-E8A6-8845-BD4E-CB4CCA059FC4}" type="datetimeFigureOut">
              <a:rPr lang="en-US" smtClean="0"/>
              <a:t>2/26/2026</a:t>
            </a:fld>
            <a:endParaRPr lang="en-US"/>
          </a:p>
        </p:txBody>
      </p:sp>
      <p:sp>
        <p:nvSpPr>
          <p:cNvPr id="1048617" name="Footer Placeholder 3"/>
          <p:cNvSpPr>
            <a:spLocks noGrp="1"/>
          </p:cNvSpPr>
          <p:nvPr>
            <p:ph type="ftr" sz="quarter" idx="11"/>
          </p:nvPr>
        </p:nvSpPr>
        <p:spPr/>
        <p:txBody>
          <a:bodyPr/>
          <a:p>
            <a:endParaRPr lang="en-US"/>
          </a:p>
        </p:txBody>
      </p:sp>
      <p:sp>
        <p:nvSpPr>
          <p:cNvPr id="1048618" name="Slide Number Placeholder 4"/>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7" name=""/>
        <p:cNvGrpSpPr/>
        <p:nvPr/>
      </p:nvGrpSpPr>
      <p:grpSpPr>
        <a:xfrm>
          <a:off x="0" y="0"/>
          <a:ext cx="0" cy="0"/>
          <a:chOff x="0" y="0"/>
          <a:chExt cx="0" cy="0"/>
        </a:xfrm>
      </p:grpSpPr>
      <p:sp>
        <p:nvSpPr>
          <p:cNvPr id="1048605" name="Date Placeholder 1"/>
          <p:cNvSpPr>
            <a:spLocks noGrp="1"/>
          </p:cNvSpPr>
          <p:nvPr>
            <p:ph type="dt" sz="half" idx="10"/>
          </p:nvPr>
        </p:nvSpPr>
        <p:spPr/>
        <p:txBody>
          <a:bodyPr/>
          <a:p>
            <a:fld id="{5BCAD085-E8A6-8845-BD4E-CB4CCA059FC4}" type="datetimeFigureOut">
              <a:rPr lang="en-US" smtClean="0"/>
              <a:t>2/26/2026</a:t>
            </a:fld>
            <a:endParaRPr lang="en-US"/>
          </a:p>
        </p:txBody>
      </p:sp>
      <p:sp>
        <p:nvSpPr>
          <p:cNvPr id="1048606" name="Footer Placeholder 2"/>
          <p:cNvSpPr>
            <a:spLocks noGrp="1"/>
          </p:cNvSpPr>
          <p:nvPr>
            <p:ph type="ftr" sz="quarter" idx="11"/>
          </p:nvPr>
        </p:nvSpPr>
        <p:spPr/>
        <p:txBody>
          <a:bodyPr/>
          <a:p>
            <a:endParaRPr lang="en-US"/>
          </a:p>
        </p:txBody>
      </p:sp>
      <p:sp>
        <p:nvSpPr>
          <p:cNvPr id="1048607" name="Slide Number Placeholder 3"/>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7" name=""/>
        <p:cNvGrpSpPr/>
        <p:nvPr/>
      </p:nvGrpSpPr>
      <p:grpSpPr>
        <a:xfrm>
          <a:off x="0" y="0"/>
          <a:ext cx="0" cy="0"/>
          <a:chOff x="0" y="0"/>
          <a:chExt cx="0" cy="0"/>
        </a:xfrm>
      </p:grpSpPr>
      <p:sp>
        <p:nvSpPr>
          <p:cNvPr id="1048654"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p>
        </p:txBody>
      </p:sp>
      <p:sp>
        <p:nvSpPr>
          <p:cNvPr id="1048655"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6"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57" name="Date Placeholder 4"/>
          <p:cNvSpPr>
            <a:spLocks noGrp="1"/>
          </p:cNvSpPr>
          <p:nvPr>
            <p:ph type="dt" sz="half" idx="10"/>
          </p:nvPr>
        </p:nvSpPr>
        <p:spPr/>
        <p:txBody>
          <a:bodyPr/>
          <a:p>
            <a:fld id="{5BCAD085-E8A6-8845-BD4E-CB4CCA059FC4}" type="datetimeFigureOut">
              <a:rPr lang="en-US" smtClean="0"/>
              <a:t>2/26/2026</a:t>
            </a:fld>
            <a:endParaRPr lang="en-US"/>
          </a:p>
        </p:txBody>
      </p:sp>
      <p:sp>
        <p:nvSpPr>
          <p:cNvPr id="1048658" name="Footer Placeholder 5"/>
          <p:cNvSpPr>
            <a:spLocks noGrp="1"/>
          </p:cNvSpPr>
          <p:nvPr>
            <p:ph type="ftr" sz="quarter" idx="11"/>
          </p:nvPr>
        </p:nvSpPr>
        <p:spPr/>
        <p:txBody>
          <a:bodyPr/>
          <a:p>
            <a:endParaRPr lang="en-US"/>
          </a:p>
        </p:txBody>
      </p:sp>
      <p:sp>
        <p:nvSpPr>
          <p:cNvPr id="1048659"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2" name=""/>
        <p:cNvGrpSpPr/>
        <p:nvPr/>
      </p:nvGrpSpPr>
      <p:grpSpPr>
        <a:xfrm>
          <a:off x="0" y="0"/>
          <a:ext cx="0" cy="0"/>
          <a:chOff x="0" y="0"/>
          <a:chExt cx="0" cy="0"/>
        </a:xfrm>
      </p:grpSpPr>
      <p:sp>
        <p:nvSpPr>
          <p:cNvPr id="1048624"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p>
        </p:txBody>
      </p:sp>
      <p:sp>
        <p:nvSpPr>
          <p:cNvPr id="1048625"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26"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7" name="Date Placeholder 4"/>
          <p:cNvSpPr>
            <a:spLocks noGrp="1"/>
          </p:cNvSpPr>
          <p:nvPr>
            <p:ph type="dt" sz="half" idx="10"/>
          </p:nvPr>
        </p:nvSpPr>
        <p:spPr/>
        <p:txBody>
          <a:bodyPr/>
          <a:p>
            <a:fld id="{5BCAD085-E8A6-8845-BD4E-CB4CCA059FC4}" type="datetimeFigureOut">
              <a:rPr lang="en-US" smtClean="0"/>
              <a:t>2/26/2026</a:t>
            </a:fld>
            <a:endParaRPr lang="en-US"/>
          </a:p>
        </p:txBody>
      </p:sp>
      <p:sp>
        <p:nvSpPr>
          <p:cNvPr id="1048628" name="Footer Placeholder 5"/>
          <p:cNvSpPr>
            <a:spLocks noGrp="1"/>
          </p:cNvSpPr>
          <p:nvPr>
            <p:ph type="ftr" sz="quarter" idx="11"/>
          </p:nvPr>
        </p:nvSpPr>
        <p:spPr/>
        <p:txBody>
          <a:bodyPr/>
          <a:p>
            <a:endParaRPr lang="en-US"/>
          </a:p>
        </p:txBody>
      </p:sp>
      <p:sp>
        <p:nvSpPr>
          <p:cNvPr id="1048629"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3" name=""/>
        <p:cNvGrpSpPr/>
        <p:nvPr/>
      </p:nvGrpSpPr>
      <p:grpSpPr>
        <a:xfrm>
          <a:off x="0" y="0"/>
          <a:ext cx="0" cy="0"/>
          <a:chOff x="0" y="0"/>
          <a:chExt cx="0" cy="0"/>
        </a:xfrm>
      </p:grpSpPr>
      <p:sp>
        <p:nvSpPr>
          <p:cNvPr id="1048630" name="Title 1"/>
          <p:cNvSpPr>
            <a:spLocks noGrp="1"/>
          </p:cNvSpPr>
          <p:nvPr>
            <p:ph type="title"/>
          </p:nvPr>
        </p:nvSpPr>
        <p:spPr/>
        <p:txBody>
          <a:bodyPr/>
          <a:p>
            <a:r>
              <a:rPr lang="en-US"/>
              <a:t>Click to edit Master title style</a:t>
            </a:r>
          </a:p>
        </p:txBody>
      </p:sp>
      <p:sp>
        <p:nvSpPr>
          <p:cNvPr id="1048631"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2" name="Date Placeholder 3"/>
          <p:cNvSpPr>
            <a:spLocks noGrp="1"/>
          </p:cNvSpPr>
          <p:nvPr>
            <p:ph type="dt" sz="half" idx="10"/>
          </p:nvPr>
        </p:nvSpPr>
        <p:spPr/>
        <p:txBody>
          <a:bodyPr/>
          <a:p>
            <a:fld id="{5BCAD085-E8A6-8845-BD4E-CB4CCA059FC4}" type="datetimeFigureOut">
              <a:rPr lang="en-US" smtClean="0"/>
              <a:t>2/26/2026</a:t>
            </a:fld>
            <a:endParaRPr lang="en-US"/>
          </a:p>
        </p:txBody>
      </p:sp>
      <p:sp>
        <p:nvSpPr>
          <p:cNvPr id="1048633" name="Footer Placeholder 4"/>
          <p:cNvSpPr>
            <a:spLocks noGrp="1"/>
          </p:cNvSpPr>
          <p:nvPr>
            <p:ph type="ftr" sz="quarter" idx="11"/>
          </p:nvPr>
        </p:nvSpPr>
        <p:spPr/>
        <p:txBody>
          <a:bodyPr/>
          <a:p>
            <a:endParaRPr lang="en-US"/>
          </a:p>
        </p:txBody>
      </p:sp>
      <p:sp>
        <p:nvSpPr>
          <p:cNvPr id="1048634"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1" name=""/>
        <p:cNvGrpSpPr/>
        <p:nvPr/>
      </p:nvGrpSpPr>
      <p:grpSpPr>
        <a:xfrm>
          <a:off x="0" y="0"/>
          <a:ext cx="0" cy="0"/>
          <a:chOff x="0" y="0"/>
          <a:chExt cx="0" cy="0"/>
        </a:xfrm>
      </p:grpSpPr>
      <p:sp>
        <p:nvSpPr>
          <p:cNvPr id="1048619" name="Vertical Title 1"/>
          <p:cNvSpPr>
            <a:spLocks noGrp="1"/>
          </p:cNvSpPr>
          <p:nvPr>
            <p:ph type="title" orient="vert"/>
          </p:nvPr>
        </p:nvSpPr>
        <p:spPr>
          <a:xfrm>
            <a:off x="6629400" y="274638"/>
            <a:ext cx="2057400" cy="5851525"/>
          </a:xfrm>
        </p:spPr>
        <p:txBody>
          <a:bodyPr vert="eaVert"/>
          <a:p>
            <a:r>
              <a:rPr lang="en-US"/>
              <a:t>Click to edit Master title style</a:t>
            </a:r>
          </a:p>
        </p:txBody>
      </p:sp>
      <p:sp>
        <p:nvSpPr>
          <p:cNvPr id="1048620" name="Vertical Text Placeholder 2"/>
          <p:cNvSpPr>
            <a:spLocks noGrp="1"/>
          </p:cNvSpPr>
          <p:nvPr>
            <p:ph type="body" orient="vert" idx="1"/>
          </p:nvPr>
        </p:nvSpPr>
        <p:spPr>
          <a:xfrm>
            <a:off x="457200" y="274638"/>
            <a:ext cx="6019800" cy="5851525"/>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1" name="Date Placeholder 3"/>
          <p:cNvSpPr>
            <a:spLocks noGrp="1"/>
          </p:cNvSpPr>
          <p:nvPr>
            <p:ph type="dt" sz="half" idx="10"/>
          </p:nvPr>
        </p:nvSpPr>
        <p:spPr/>
        <p:txBody>
          <a:bodyPr/>
          <a:p>
            <a:fld id="{5BCAD085-E8A6-8845-BD4E-CB4CCA059FC4}" type="datetimeFigureOut">
              <a:rPr lang="en-US" smtClean="0"/>
              <a:t>2/26/2026</a:t>
            </a:fld>
            <a:endParaRPr lang="en-US"/>
          </a:p>
        </p:txBody>
      </p:sp>
      <p:sp>
        <p:nvSpPr>
          <p:cNvPr id="1048622" name="Footer Placeholder 4"/>
          <p:cNvSpPr>
            <a:spLocks noGrp="1"/>
          </p:cNvSpPr>
          <p:nvPr>
            <p:ph type="ftr" sz="quarter" idx="11"/>
          </p:nvPr>
        </p:nvSpPr>
        <p:spPr/>
        <p:txBody>
          <a:bodyPr/>
          <a:p>
            <a:endParaRPr lang="en-US"/>
          </a:p>
        </p:txBody>
      </p:sp>
      <p:sp>
        <p:nvSpPr>
          <p:cNvPr id="1048623"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5BCAD085-E8A6-8845-BD4E-CB4CCA059FC4}" type="datetimeFigureOut">
              <a:rPr lang="en-US" smtClean="0"/>
              <a:t>2/26/2026</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57200" eaLnBrk="1" hangingPunct="1" latinLnBrk="0" rtl="0">
        <a:spcBef>
          <a:spcPct val="0"/>
        </a:spcBef>
        <a:buNone/>
        <a:defRPr sz="4400" kern="1200">
          <a:solidFill>
            <a:schemeClr val="tx1"/>
          </a:solidFill>
          <a:latin typeface="+mj-lt"/>
          <a:ea typeface="+mj-ea"/>
          <a:cs typeface="+mj-cs"/>
        </a:defRPr>
      </a:lvl1pPr>
    </p:titleStyle>
    <p:bodyStyle>
      <a:lvl1pPr algn="l" defTabSz="457200" eaLnBrk="1" hangingPunct="1" indent="-342900" latinLnBrk="0" marL="342900" rtl="0">
        <a:spcBef>
          <a:spcPct val="20000"/>
        </a:spcBef>
        <a:buFont typeface="Arial"/>
        <a:buChar char="•"/>
        <a:defRPr sz="3200" kern="1200">
          <a:solidFill>
            <a:schemeClr val="tx1"/>
          </a:solidFill>
          <a:latin typeface="+mn-lt"/>
          <a:ea typeface="+mn-ea"/>
          <a:cs typeface="+mn-cs"/>
        </a:defRPr>
      </a:lvl1pPr>
      <a:lvl2pPr algn="l" defTabSz="457200" eaLnBrk="1" hangingPunct="1" indent="-285750" latinLnBrk="0" marL="742950" rtl="0">
        <a:spcBef>
          <a:spcPct val="20000"/>
        </a:spcBef>
        <a:buFont typeface="Arial"/>
        <a:buChar char="–"/>
        <a:defRPr sz="2800" kern="1200">
          <a:solidFill>
            <a:schemeClr val="tx1"/>
          </a:solidFill>
          <a:latin typeface="+mn-lt"/>
          <a:ea typeface="+mn-ea"/>
          <a:cs typeface="+mn-cs"/>
        </a:defRPr>
      </a:lvl2pPr>
      <a:lvl3pPr algn="l" defTabSz="457200" eaLnBrk="1" hangingPunct="1" indent="-228600" latinLnBrk="0" marL="1143000" rtl="0">
        <a:spcBef>
          <a:spcPct val="20000"/>
        </a:spcBef>
        <a:buFont typeface="Arial"/>
        <a:buChar char="•"/>
        <a:defRPr sz="2400" kern="1200">
          <a:solidFill>
            <a:schemeClr val="tx1"/>
          </a:solidFill>
          <a:latin typeface="+mn-lt"/>
          <a:ea typeface="+mn-ea"/>
          <a:cs typeface="+mn-cs"/>
        </a:defRPr>
      </a:lvl3pPr>
      <a:lvl4pPr algn="l" defTabSz="457200" eaLnBrk="1" hangingPunct="1" indent="-228600" latinLnBrk="0" marL="1600200" rtl="0">
        <a:spcBef>
          <a:spcPct val="20000"/>
        </a:spcBef>
        <a:buFont typeface="Arial"/>
        <a:buChar char="–"/>
        <a:defRPr sz="2000" kern="1200">
          <a:solidFill>
            <a:schemeClr val="tx1"/>
          </a:solidFill>
          <a:latin typeface="+mn-lt"/>
          <a:ea typeface="+mn-ea"/>
          <a:cs typeface="+mn-cs"/>
        </a:defRPr>
      </a:lvl4pPr>
      <a:lvl5pPr algn="l" defTabSz="457200" eaLnBrk="1" hangingPunct="1" indent="-228600" latinLnBrk="0" marL="2057400" rtl="0">
        <a:spcBef>
          <a:spcPct val="20000"/>
        </a:spcBef>
        <a:buFont typeface="Arial"/>
        <a:buChar char="»"/>
        <a:defRPr sz="2000" kern="1200">
          <a:solidFill>
            <a:schemeClr val="tx1"/>
          </a:solidFill>
          <a:latin typeface="+mn-lt"/>
          <a:ea typeface="+mn-ea"/>
          <a:cs typeface="+mn-cs"/>
        </a:defRPr>
      </a:lvl5pPr>
      <a:lvl6pPr algn="l" defTabSz="457200" eaLnBrk="1" hangingPunct="1" indent="-228600" latinLnBrk="0" marL="2514600" rtl="0">
        <a:spcBef>
          <a:spcPct val="20000"/>
        </a:spcBef>
        <a:buFont typeface="Arial"/>
        <a:buChar char="•"/>
        <a:defRPr sz="2000" kern="12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sz="2000" kern="12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sz="2000" kern="12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sz="2000" kern="1200">
          <a:solidFill>
            <a:schemeClr val="tx1"/>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title"/>
          </p:nvPr>
        </p:nvSpPr>
        <p:spPr/>
        <p:txBody>
          <a:bodyPr>
            <a:normAutofit fontScale="90000"/>
          </a:bodyPr>
          <a:p>
            <a:r>
              <a:rPr b="1" dirty="0"/>
              <a:t>Weather-Based Prediction of Wind Turbine Energy Output</a:t>
            </a:r>
          </a:p>
        </p:txBody>
      </p:sp>
      <p:sp>
        <p:nvSpPr>
          <p:cNvPr id="1048587" name="Content Placeholder 2"/>
          <p:cNvSpPr>
            <a:spLocks noGrp="1"/>
          </p:cNvSpPr>
          <p:nvPr>
            <p:ph idx="1"/>
          </p:nvPr>
        </p:nvSpPr>
        <p:spPr/>
        <p:txBody>
          <a:bodyPr>
            <a:normAutofit lnSpcReduction="10000"/>
          </a:bodyPr>
          <a:p>
            <a:pPr indent="0" marL="0">
              <a:buNone/>
            </a:pPr>
            <a:r>
              <a:rPr b="1" dirty="0"/>
              <a:t>Domain: </a:t>
            </a:r>
            <a:r>
              <a:rPr dirty="0"/>
              <a:t>Artificial Intelligence &amp; Machine </a:t>
            </a:r>
            <a:r>
              <a:rPr dirty="0" lang="en-US"/>
              <a:t> 					  </a:t>
            </a:r>
            <a:r>
              <a:rPr dirty="0"/>
              <a:t>Learning</a:t>
            </a:r>
          </a:p>
          <a:p>
            <a:pPr indent="0" marL="0">
              <a:buNone/>
            </a:pPr>
            <a:r>
              <a:rPr b="1" dirty="0"/>
              <a:t>Team ID: </a:t>
            </a:r>
            <a:r>
              <a:rPr dirty="0" lang="en-IN"/>
              <a:t>LTVIP2026TMIDS</a:t>
            </a:r>
            <a:r>
              <a:rPr dirty="0" lang="en-US"/>
              <a:t>2</a:t>
            </a:r>
            <a:r>
              <a:rPr dirty="0" lang="en-US"/>
              <a:t>4</a:t>
            </a:r>
            <a:r>
              <a:rPr dirty="0" lang="en-US"/>
              <a:t>6</a:t>
            </a:r>
            <a:r>
              <a:rPr dirty="0" lang="en-US"/>
              <a:t>2</a:t>
            </a:r>
            <a:r>
              <a:rPr dirty="0" lang="en-US"/>
              <a:t>0</a:t>
            </a:r>
            <a:endParaRPr altLang="en-US" lang="zh-CN"/>
          </a:p>
          <a:p>
            <a:pPr indent="0" marL="0">
              <a:buNone/>
            </a:pPr>
            <a:r>
              <a:rPr b="1" dirty="0"/>
              <a:t>Team Leader: </a:t>
            </a:r>
            <a:r>
              <a:rPr b="1" dirty="0" lang="en-US" err="1"/>
              <a:t>G</a:t>
            </a:r>
            <a:r>
              <a:rPr b="1" dirty="0" lang="en-US" err="1"/>
              <a:t>a</a:t>
            </a:r>
            <a:r>
              <a:rPr b="1" dirty="0" lang="en-US" err="1"/>
              <a:t>r</a:t>
            </a:r>
            <a:r>
              <a:rPr b="1" dirty="0" lang="en-US" err="1"/>
              <a:t>i</a:t>
            </a:r>
            <a:r>
              <a:rPr b="1" dirty="0" lang="en-US" err="1"/>
              <a:t>k</a:t>
            </a:r>
            <a:r>
              <a:rPr b="1" dirty="0" lang="en-US" err="1"/>
              <a:t>i</a:t>
            </a:r>
            <a:r>
              <a:rPr b="1" dirty="0" lang="en-US" err="1"/>
              <a:t>p</a:t>
            </a:r>
            <a:r>
              <a:rPr b="1" dirty="0" lang="en-US" err="1"/>
              <a:t>a</a:t>
            </a:r>
            <a:r>
              <a:rPr b="1" dirty="0" lang="en-US" err="1"/>
              <a:t>t</a:t>
            </a:r>
            <a:r>
              <a:rPr b="1" dirty="0" lang="en-US" err="1"/>
              <a:t>i</a:t>
            </a:r>
            <a:r>
              <a:rPr b="1" dirty="0" lang="en-US" err="1"/>
              <a:t> </a:t>
            </a:r>
            <a:r>
              <a:rPr b="1" dirty="0" lang="en-US" err="1"/>
              <a:t>D</a:t>
            </a:r>
            <a:r>
              <a:rPr b="1" dirty="0" lang="en-US" err="1"/>
              <a:t>urga </a:t>
            </a:r>
            <a:r>
              <a:rPr b="1" dirty="0" lang="en-US" err="1"/>
              <a:t>Pravalika </a:t>
            </a:r>
            <a:endParaRPr dirty="0"/>
          </a:p>
          <a:p>
            <a:pPr indent="0" marL="0">
              <a:buNone/>
            </a:pPr>
            <a:r>
              <a:rPr b="1" dirty="0"/>
              <a:t>Team Members:</a:t>
            </a:r>
          </a:p>
          <a:p>
            <a:pPr lvl="2"/>
            <a:r>
              <a:rPr dirty="0" sz="3200" lang="en-US"/>
              <a:t>G</a:t>
            </a:r>
            <a:r>
              <a:rPr dirty="0" sz="3200" lang="en-US"/>
              <a:t>.</a:t>
            </a:r>
            <a:r>
              <a:rPr dirty="0" sz="3200" lang="en-US"/>
              <a:t>s</a:t>
            </a:r>
            <a:r>
              <a:rPr dirty="0" sz="3200" lang="en-US"/>
              <a:t>i</a:t>
            </a:r>
            <a:r>
              <a:rPr dirty="0" sz="3200" lang="en-US"/>
              <a:t>d</a:t>
            </a:r>
            <a:r>
              <a:rPr dirty="0" sz="3200" lang="en-US"/>
              <a:t>d</a:t>
            </a:r>
            <a:r>
              <a:rPr dirty="0" sz="3200" lang="en-US"/>
              <a:t>a</a:t>
            </a:r>
            <a:r>
              <a:rPr dirty="0" sz="3200" lang="en-US"/>
              <a:t>r</a:t>
            </a:r>
            <a:r>
              <a:rPr dirty="0" sz="3200" lang="en-US"/>
              <a:t>d</a:t>
            </a:r>
            <a:r>
              <a:rPr dirty="0" sz="3200" lang="en-US"/>
              <a:t>h</a:t>
            </a:r>
            <a:r>
              <a:rPr dirty="0" sz="3200" lang="en-US"/>
              <a:t>a</a:t>
            </a:r>
            <a:r>
              <a:rPr dirty="0" sz="3200" lang="en-US"/>
              <a:t>n</a:t>
            </a:r>
            <a:r>
              <a:rPr dirty="0" sz="3200" lang="en-US"/>
              <a:t>a</a:t>
            </a:r>
            <a:r>
              <a:rPr dirty="0" sz="3200" lang="en-US"/>
              <a:t>i</a:t>
            </a:r>
            <a:r>
              <a:rPr dirty="0" sz="3200" lang="en-US"/>
              <a:t>k</a:t>
            </a:r>
            <a:endParaRPr altLang="en-US" lang="zh-CN"/>
          </a:p>
          <a:p>
            <a:pPr lvl="2"/>
            <a:r>
              <a:rPr dirty="0" sz="3200" lang="en-US"/>
              <a:t>S</a:t>
            </a:r>
            <a:r>
              <a:rPr dirty="0" sz="3200" lang="en-US"/>
              <a:t>.</a:t>
            </a:r>
            <a:r>
              <a:rPr dirty="0" sz="3200" lang="en-US"/>
              <a:t>R</a:t>
            </a:r>
            <a:r>
              <a:rPr dirty="0" sz="3200" lang="en-US"/>
              <a:t>a</a:t>
            </a:r>
            <a:r>
              <a:rPr dirty="0" sz="3200" lang="en-US"/>
              <a:t>j</a:t>
            </a:r>
            <a:r>
              <a:rPr dirty="0" sz="3200" lang="en-US"/>
              <a:t>k</a:t>
            </a:r>
            <a:r>
              <a:rPr dirty="0" sz="3200" lang="en-US"/>
              <a:t>u</a:t>
            </a:r>
            <a:r>
              <a:rPr dirty="0" sz="3200" lang="en-US"/>
              <a:t>m</a:t>
            </a:r>
            <a:r>
              <a:rPr dirty="0" sz="3200" lang="en-US"/>
              <a:t>a</a:t>
            </a:r>
            <a:r>
              <a:rPr dirty="0" sz="3200" lang="en-US"/>
              <a:t>r</a:t>
            </a:r>
            <a:endParaRPr altLang="en-US" lang="zh-CN"/>
          </a:p>
          <a:p>
            <a:pPr lvl="2"/>
            <a:r>
              <a:rPr dirty="0" sz="3200" lang="en-US"/>
              <a:t>S</a:t>
            </a:r>
            <a:r>
              <a:rPr dirty="0" sz="3200" lang="en-US"/>
              <a:t>.</a:t>
            </a:r>
            <a:r>
              <a:rPr dirty="0" sz="3200" lang="en-US"/>
              <a:t>A</a:t>
            </a:r>
            <a:r>
              <a:rPr dirty="0" sz="3200" lang="en-US"/>
              <a:t>s</a:t>
            </a:r>
            <a:r>
              <a:rPr dirty="0" sz="3200" lang="en-US"/>
              <a:t>h</a:t>
            </a:r>
            <a:r>
              <a:rPr dirty="0" sz="3200" lang="en-US"/>
              <a:t>a</a:t>
            </a:r>
            <a:endParaRPr altLang="en-US" 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88" name="Title 1"/>
          <p:cNvSpPr>
            <a:spLocks noGrp="1"/>
          </p:cNvSpPr>
          <p:nvPr>
            <p:ph type="title"/>
          </p:nvPr>
        </p:nvSpPr>
        <p:spPr/>
        <p:txBody>
          <a:bodyPr>
            <a:normAutofit/>
          </a:bodyPr>
          <a:p>
            <a:r>
              <a:rPr dirty="0" lang="en-IN"/>
              <a:t>Problem Statement</a:t>
            </a:r>
            <a:endParaRPr b="1" dirty="0"/>
          </a:p>
        </p:txBody>
      </p:sp>
      <p:sp>
        <p:nvSpPr>
          <p:cNvPr id="1048589" name="Content Placeholder 2"/>
          <p:cNvSpPr>
            <a:spLocks noGrp="1"/>
          </p:cNvSpPr>
          <p:nvPr>
            <p:ph idx="1"/>
          </p:nvPr>
        </p:nvSpPr>
        <p:spPr/>
        <p:txBody>
          <a:bodyPr>
            <a:normAutofit/>
          </a:bodyPr>
          <a:p>
            <a:pPr indent="0" marL="0">
              <a:buNone/>
            </a:pPr>
            <a:r>
              <a:rPr dirty="0" lang="en-US"/>
              <a:t>Wind energy output changes frequently because of varying weather conditions. Therefore, an automated and reliable prediction system is required.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90" name="Title 1"/>
          <p:cNvSpPr>
            <a:spLocks noGrp="1"/>
          </p:cNvSpPr>
          <p:nvPr>
            <p:ph type="title"/>
          </p:nvPr>
        </p:nvSpPr>
        <p:spPr/>
        <p:txBody>
          <a:bodyPr/>
          <a:p>
            <a:r>
              <a:rPr dirty="0"/>
              <a:t>Abstract</a:t>
            </a:r>
          </a:p>
        </p:txBody>
      </p:sp>
      <p:sp>
        <p:nvSpPr>
          <p:cNvPr id="1048591" name="Content Placeholder 2"/>
          <p:cNvSpPr>
            <a:spLocks noGrp="1"/>
          </p:cNvSpPr>
          <p:nvPr>
            <p:ph idx="1"/>
          </p:nvPr>
        </p:nvSpPr>
        <p:spPr>
          <a:xfrm>
            <a:off x="457200" y="1492046"/>
            <a:ext cx="8229600" cy="4525963"/>
          </a:xfrm>
        </p:spPr>
        <p:txBody>
          <a:bodyPr>
            <a:normAutofit fontScale="83333" lnSpcReduction="20000"/>
          </a:bodyPr>
          <a:p>
            <a:pPr algn="just" indent="0" marL="0">
              <a:buNone/>
            </a:pPr>
            <a:r>
              <a:rPr dirty="0" sz="2400" lang="en-US"/>
              <a:t>This project focuses on predicting wind turbine energy output using weather data such as wind speed, temperature, humidity, and pressure. Wind energy production changes frequently due to varying weather conditions, making accurate forecasting essential. Machine learning models are trained using historical weather and power generation data. The trained model learns the relationship between environmental factors and energy output. It can then predict future power generation with good accuracy. </a:t>
            </a:r>
          </a:p>
          <a:p>
            <a:pPr algn="just" indent="0" marL="0">
              <a:buNone/>
            </a:pPr>
            <a:r>
              <a:rPr dirty="0" sz="2400" lang="en-US"/>
              <a:t>This helps energy companies plan electricity production more effectively. The system also supports wind farm operators in scheduling maintenance during low-energy periods. This reduces downtime and improves efficiency. Grid operators can use predictions to balance electricity supply. Other energy sources can be adjusted accordingly. A web-based interface is provided for easy usage. Users enter weather values and get instant predictions. The system is simple, fast, and reliable. This project supports renewable energy optimization and sustainable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2" name="Title 1"/>
          <p:cNvSpPr>
            <a:spLocks noGrp="1"/>
          </p:cNvSpPr>
          <p:nvPr>
            <p:ph type="title"/>
          </p:nvPr>
        </p:nvSpPr>
        <p:spPr/>
        <p:txBody>
          <a:bodyPr/>
          <a:p>
            <a:r>
              <a:rPr dirty="0"/>
              <a:t>Introduction</a:t>
            </a:r>
          </a:p>
        </p:txBody>
      </p:sp>
      <p:sp>
        <p:nvSpPr>
          <p:cNvPr id="1048593" name="Content Placeholder 2"/>
          <p:cNvSpPr>
            <a:spLocks noGrp="1"/>
          </p:cNvSpPr>
          <p:nvPr>
            <p:ph idx="1"/>
          </p:nvPr>
        </p:nvSpPr>
        <p:spPr/>
        <p:txBody>
          <a:bodyPr>
            <a:normAutofit/>
          </a:bodyPr>
          <a:p>
            <a:pPr algn="just" indent="0" marL="0">
              <a:buNone/>
            </a:pPr>
            <a:r>
              <a:rPr dirty="0" sz="2400" lang="en-US"/>
              <a:t>Wind energy is one of the most important renewable energy sources used for power generation today. It helps in reducing pollution and dependence on fossil fuels. Wind turbines convert the kinetic energy of wind into electrical energy. However, wind speed and weather conditions change continuously. These changes cause fluctuations in power generation. Accurate prediction of wind energy output is therefore essential. Machine learning techniques can analyze large volumes of data. They help in forecasting wind power more efficiently and reliably.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4" name="Title 1"/>
          <p:cNvSpPr>
            <a:spLocks noGrp="1"/>
          </p:cNvSpPr>
          <p:nvPr>
            <p:ph type="title"/>
          </p:nvPr>
        </p:nvSpPr>
        <p:spPr/>
        <p:txBody>
          <a:bodyPr/>
          <a:p>
            <a:r>
              <a:t>Objectives</a:t>
            </a:r>
          </a:p>
        </p:txBody>
      </p:sp>
      <p:sp>
        <p:nvSpPr>
          <p:cNvPr id="1048595" name="Content Placeholder 2"/>
          <p:cNvSpPr>
            <a:spLocks noGrp="1"/>
          </p:cNvSpPr>
          <p:nvPr>
            <p:ph idx="1"/>
          </p:nvPr>
        </p:nvSpPr>
        <p:spPr/>
        <p:txBody>
          <a:bodyPr>
            <a:normAutofit/>
          </a:bodyPr>
          <a:p>
            <a:pPr indent="0" marL="0">
              <a:buNone/>
            </a:pPr>
            <a:r>
              <a:rPr dirty="0" sz="2400" lang="en-US"/>
              <a:t>• To build a wind energy output prediction system.</a:t>
            </a:r>
            <a:br>
              <a:rPr dirty="0" sz="2400" lang="en-US"/>
            </a:br>
            <a:r>
              <a:rPr dirty="0" sz="2400" lang="en-US"/>
              <a:t>• To use weather data for predicting power   generation.</a:t>
            </a:r>
            <a:br>
              <a:rPr dirty="0" sz="2400" lang="en-US"/>
            </a:br>
            <a:r>
              <a:rPr dirty="0" sz="2400" lang="en-US"/>
              <a:t>• To implement machine learning models using 	Python.</a:t>
            </a:r>
            <a:br>
              <a:rPr dirty="0" sz="2400" lang="en-US"/>
            </a:br>
            <a:r>
              <a:rPr dirty="0" sz="2400" lang="en-US"/>
              <a:t>• To develop a web application using Flask.</a:t>
            </a:r>
            <a:br>
              <a:rPr dirty="0" sz="2400" lang="en-US"/>
            </a:br>
            <a:r>
              <a:rPr dirty="0" sz="2400" lang="en-US"/>
              <a:t>• To create an API for prediction service.</a:t>
            </a:r>
            <a:br>
              <a:rPr dirty="0" sz="2400" lang="en-US"/>
            </a:br>
            <a:r>
              <a:rPr dirty="0" sz="2400" lang="en-US"/>
              <a:t>• To provide fast and accurate energy forecasts.</a:t>
            </a:r>
            <a:br>
              <a:rPr dirty="0" sz="2400" lang="en-US"/>
            </a:br>
            <a:r>
              <a:rPr dirty="0" sz="2400" lang="en-US"/>
              <a:t>• To support efficient renewable energy 	management.</a:t>
            </a:r>
            <a:endParaRPr dirty="0"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6" name="Title 1"/>
          <p:cNvSpPr>
            <a:spLocks noGrp="1"/>
          </p:cNvSpPr>
          <p:nvPr>
            <p:ph type="title"/>
          </p:nvPr>
        </p:nvSpPr>
        <p:spPr/>
        <p:txBody>
          <a:bodyPr/>
          <a:p>
            <a:r>
              <a:t>Technology Stack</a:t>
            </a:r>
          </a:p>
        </p:txBody>
      </p:sp>
      <p:sp>
        <p:nvSpPr>
          <p:cNvPr id="1048597" name="Content Placeholder 2"/>
          <p:cNvSpPr>
            <a:spLocks noGrp="1"/>
          </p:cNvSpPr>
          <p:nvPr>
            <p:ph idx="1"/>
          </p:nvPr>
        </p:nvSpPr>
        <p:spPr/>
        <p:txBody>
          <a:bodyPr>
            <a:normAutofit/>
          </a:bodyPr>
          <a:p>
            <a:pPr indent="0" marL="0">
              <a:buNone/>
            </a:pPr>
            <a:r>
              <a:rPr dirty="0" sz="2800" lang="en-IN"/>
              <a:t>• </a:t>
            </a:r>
            <a:r>
              <a:rPr b="1" dirty="0" sz="2800" lang="en-IN"/>
              <a:t>Programming Language:</a:t>
            </a:r>
            <a:r>
              <a:rPr dirty="0" sz="2800" lang="en-IN"/>
              <a:t> Python</a:t>
            </a:r>
            <a:br>
              <a:rPr dirty="0" sz="2800" lang="en-IN"/>
            </a:br>
            <a:r>
              <a:rPr dirty="0" sz="2800" lang="en-IN"/>
              <a:t>• </a:t>
            </a:r>
            <a:r>
              <a:rPr b="1" dirty="0" sz="2800" lang="en-IN"/>
              <a:t>Web Framework:</a:t>
            </a:r>
            <a:r>
              <a:rPr dirty="0" sz="2800" lang="en-IN"/>
              <a:t> Flask</a:t>
            </a:r>
            <a:br>
              <a:rPr dirty="0" sz="2800" lang="en-IN"/>
            </a:br>
            <a:r>
              <a:rPr dirty="0" sz="2800" lang="en-IN"/>
              <a:t>• </a:t>
            </a:r>
            <a:r>
              <a:rPr b="1" dirty="0" sz="2800" lang="en-IN"/>
              <a:t>Machine Learning Library:</a:t>
            </a:r>
            <a:r>
              <a:rPr dirty="0" sz="2800" lang="en-IN"/>
              <a:t> Scikit-learn</a:t>
            </a:r>
            <a:br>
              <a:rPr dirty="0" sz="2800" lang="en-IN"/>
            </a:br>
            <a:r>
              <a:rPr dirty="0" sz="2800" lang="en-IN"/>
              <a:t>• </a:t>
            </a:r>
            <a:r>
              <a:rPr b="1" dirty="0" sz="2800" lang="en-IN"/>
              <a:t>Data Processing:</a:t>
            </a:r>
            <a:r>
              <a:rPr dirty="0" sz="2800" lang="en-IN"/>
              <a:t> Pandas, NumPy</a:t>
            </a:r>
            <a:br>
              <a:rPr dirty="0" sz="2800" lang="en-IN"/>
            </a:br>
            <a:r>
              <a:rPr dirty="0" sz="2800" lang="en-IN"/>
              <a:t>• </a:t>
            </a:r>
            <a:r>
              <a:rPr b="1" dirty="0" sz="2800" lang="en-IN"/>
              <a:t>API Integration:</a:t>
            </a:r>
            <a:r>
              <a:rPr dirty="0" sz="2800" lang="en-IN"/>
              <a:t> Flask REST API</a:t>
            </a:r>
            <a:br>
              <a:rPr dirty="0" sz="2800" lang="en-IN"/>
            </a:br>
            <a:r>
              <a:rPr dirty="0" sz="2800" lang="en-IN"/>
              <a:t>• </a:t>
            </a:r>
            <a:r>
              <a:rPr b="1" dirty="0" sz="2800" lang="en-IN"/>
              <a:t>Frontend:</a:t>
            </a:r>
            <a:r>
              <a:rPr dirty="0" sz="2800" lang="en-IN"/>
              <a:t> HTML, CSS</a:t>
            </a:r>
            <a:br>
              <a:rPr dirty="0" sz="2800" lang="en-IN"/>
            </a:br>
            <a:r>
              <a:rPr dirty="0" sz="2800" lang="en-IN"/>
              <a:t>• </a:t>
            </a:r>
            <a:r>
              <a:rPr b="1" dirty="0" sz="2800" lang="en-IN"/>
              <a:t>Development Tools:</a:t>
            </a:r>
            <a:r>
              <a:rPr dirty="0" sz="2800" lang="en-IN"/>
              <a:t> VS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8" name="Title 1"/>
          <p:cNvSpPr>
            <a:spLocks noGrp="1"/>
          </p:cNvSpPr>
          <p:nvPr>
            <p:ph type="title"/>
          </p:nvPr>
        </p:nvSpPr>
        <p:spPr/>
        <p:txBody>
          <a:bodyPr/>
          <a:p>
            <a:r>
              <a:t>Workflow</a:t>
            </a:r>
          </a:p>
        </p:txBody>
      </p:sp>
      <p:pic>
        <p:nvPicPr>
          <p:cNvPr id="2097152" name="Content Placeholder 4"/>
          <p:cNvPicPr>
            <a:picLocks noChangeAspect="1" noGrp="1"/>
          </p:cNvPicPr>
          <p:nvPr>
            <p:ph idx="1"/>
          </p:nvPr>
        </p:nvPicPr>
        <p:blipFill>
          <a:blip xmlns:r="http://schemas.openxmlformats.org/officeDocument/2006/relationships" r:embed="rId1"/>
          <a:stretch>
            <a:fillRect/>
          </a:stretch>
        </p:blipFill>
        <p:spPr>
          <a:xfrm>
            <a:off x="1177528" y="1600200"/>
            <a:ext cx="6788944" cy="4525963"/>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9" name="Title 1"/>
          <p:cNvSpPr>
            <a:spLocks noGrp="1"/>
          </p:cNvSpPr>
          <p:nvPr>
            <p:ph type="title"/>
          </p:nvPr>
        </p:nvSpPr>
        <p:spPr>
          <a:xfrm>
            <a:off x="113071" y="731837"/>
            <a:ext cx="8229600" cy="857199"/>
          </a:xfrm>
        </p:spPr>
        <p:txBody>
          <a:bodyPr/>
          <a:p>
            <a:r>
              <a:rPr dirty="0"/>
              <a:t>Results</a:t>
            </a:r>
          </a:p>
        </p:txBody>
      </p:sp>
      <p:sp>
        <p:nvSpPr>
          <p:cNvPr id="1048600" name="Content Placeholder 2"/>
          <p:cNvSpPr>
            <a:spLocks noGrp="1"/>
          </p:cNvSpPr>
          <p:nvPr>
            <p:ph idx="1"/>
          </p:nvPr>
        </p:nvSpPr>
        <p:spPr/>
        <p:txBody>
          <a:bodyPr>
            <a:normAutofit/>
          </a:bodyPr>
          <a:p>
            <a:pPr indent="0" marL="0">
              <a:buNone/>
            </a:pPr>
            <a:r>
              <a:rPr dirty="0" sz="2400" lang="en-US"/>
              <a:t>• The system accurately predicts wind turbine   energy output.</a:t>
            </a:r>
            <a:br>
              <a:rPr dirty="0" sz="2400" lang="en-US"/>
            </a:br>
            <a:r>
              <a:rPr dirty="0" sz="2400" lang="en-US"/>
              <a:t>• Predictions are generated in real time.</a:t>
            </a:r>
            <a:br>
              <a:rPr dirty="0" sz="2400" lang="en-US"/>
            </a:br>
            <a:r>
              <a:rPr dirty="0" sz="2400" lang="en-US"/>
              <a:t>• Machine learning model performs well on test   data.</a:t>
            </a:r>
            <a:br>
              <a:rPr dirty="0" sz="2400" lang="en-US"/>
            </a:br>
            <a:r>
              <a:rPr dirty="0" sz="2400" lang="en-US"/>
              <a:t>• Web application provides user-friendly interface.</a:t>
            </a:r>
            <a:br>
              <a:rPr dirty="0" sz="2400" lang="en-US"/>
            </a:br>
            <a:r>
              <a:rPr dirty="0" sz="2400" lang="en-US"/>
              <a:t>• Helps in efficient energy planning.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1" name="Title 1"/>
          <p:cNvSpPr>
            <a:spLocks noGrp="1"/>
          </p:cNvSpPr>
          <p:nvPr>
            <p:ph type="title"/>
          </p:nvPr>
        </p:nvSpPr>
        <p:spPr>
          <a:xfrm>
            <a:off x="113071" y="731837"/>
            <a:ext cx="8229600" cy="857199"/>
          </a:xfrm>
        </p:spPr>
        <p:txBody>
          <a:bodyPr>
            <a:noAutofit/>
          </a:bodyPr>
          <a:p>
            <a:r>
              <a:rPr dirty="0" sz="3600" lang="en-US"/>
              <a:t>Output Screenshots – 1 (Web Interface)</a:t>
            </a:r>
            <a:endParaRPr dirty="0" sz="3600"/>
          </a:p>
        </p:txBody>
      </p:sp>
      <p:pic>
        <p:nvPicPr>
          <p:cNvPr id="2097153" name="Content Placeholder 4"/>
          <p:cNvPicPr>
            <a:picLocks noChangeAspect="1" noGrp="1"/>
          </p:cNvPicPr>
          <p:nvPr>
            <p:ph idx="1"/>
          </p:nvPr>
        </p:nvPicPr>
        <p:blipFill>
          <a:blip xmlns:r="http://schemas.openxmlformats.org/officeDocument/2006/relationships" r:embed="rId1"/>
          <a:stretch>
            <a:fillRect/>
          </a:stretch>
        </p:blipFill>
        <p:spPr>
          <a:xfrm>
            <a:off x="457200" y="1656757"/>
            <a:ext cx="8229600" cy="4412849"/>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2" name="Title 1"/>
          <p:cNvSpPr>
            <a:spLocks noGrp="1"/>
          </p:cNvSpPr>
          <p:nvPr>
            <p:ph type="title"/>
          </p:nvPr>
        </p:nvSpPr>
        <p:spPr>
          <a:xfrm>
            <a:off x="113071" y="731837"/>
            <a:ext cx="8229600" cy="857199"/>
          </a:xfrm>
        </p:spPr>
        <p:txBody>
          <a:bodyPr>
            <a:noAutofit/>
          </a:bodyPr>
          <a:p>
            <a:r>
              <a:rPr dirty="0" sz="3600" lang="en-US"/>
              <a:t>Output Screenshots – 2 (Prediction Results)</a:t>
            </a:r>
            <a:endParaRPr dirty="0" sz="3600"/>
          </a:p>
        </p:txBody>
      </p:sp>
      <p:pic>
        <p:nvPicPr>
          <p:cNvPr id="2097154" name="Content Placeholder 6"/>
          <p:cNvPicPr>
            <a:picLocks noChangeAspect="1" noGrp="1"/>
          </p:cNvPicPr>
          <p:nvPr>
            <p:ph idx="1"/>
          </p:nvPr>
        </p:nvPicPr>
        <p:blipFill>
          <a:blip xmlns:r="http://schemas.openxmlformats.org/officeDocument/2006/relationships" r:embed="rId1"/>
          <a:stretch>
            <a:fillRect/>
          </a:stretch>
        </p:blipFill>
        <p:spPr>
          <a:xfrm>
            <a:off x="457200" y="1664040"/>
            <a:ext cx="8229600" cy="4398282"/>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3" name="Title 1"/>
          <p:cNvSpPr>
            <a:spLocks noGrp="1"/>
          </p:cNvSpPr>
          <p:nvPr>
            <p:ph type="title"/>
          </p:nvPr>
        </p:nvSpPr>
        <p:spPr/>
        <p:txBody>
          <a:bodyPr/>
          <a:p>
            <a:r>
              <a:t>Conclusion</a:t>
            </a:r>
          </a:p>
        </p:txBody>
      </p:sp>
      <p:sp>
        <p:nvSpPr>
          <p:cNvPr id="1048604" name="Content Placeholder 2"/>
          <p:cNvSpPr>
            <a:spLocks noGrp="1"/>
          </p:cNvSpPr>
          <p:nvPr>
            <p:ph idx="1"/>
          </p:nvPr>
        </p:nvSpPr>
        <p:spPr/>
        <p:txBody>
          <a:bodyPr>
            <a:normAutofit/>
          </a:bodyPr>
          <a:p>
            <a:pPr indent="0" marL="0">
              <a:buNone/>
            </a:pPr>
            <a:r>
              <a:rPr dirty="0" sz="2400" lang="en-US"/>
              <a:t>• Machine learning is effective for wind energy prediction.</a:t>
            </a:r>
            <a:br>
              <a:rPr dirty="0" sz="2400" lang="en-US"/>
            </a:br>
            <a:r>
              <a:rPr dirty="0" sz="2400" lang="en-US"/>
              <a:t>• The system improves forecasting accuracy.</a:t>
            </a:r>
            <a:br>
              <a:rPr dirty="0" sz="2400" lang="en-US"/>
            </a:br>
            <a:r>
              <a:rPr dirty="0" sz="2400" lang="en-US"/>
              <a:t>• It supports renewable energy management.</a:t>
            </a:r>
            <a:br>
              <a:rPr dirty="0" sz="2400" lang="en-US"/>
            </a:br>
            <a:r>
              <a:rPr dirty="0" sz="2400" lang="en-US"/>
              <a:t>• Helps reduce power loss and wastage.</a:t>
            </a:r>
            <a:br>
              <a:rPr dirty="0" sz="2400" lang="en-US"/>
            </a:br>
            <a:r>
              <a:rPr dirty="0" sz="2400" lang="en-US"/>
              <a:t>• Can be extended with real-time weather APIs.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8" name="Title 1"/>
          <p:cNvSpPr>
            <a:spLocks noGrp="1"/>
          </p:cNvSpPr>
          <p:nvPr>
            <p:ph type="title" idx="4294967295"/>
          </p:nvPr>
        </p:nvSpPr>
        <p:spPr>
          <a:xfrm>
            <a:off x="186814" y="2761303"/>
            <a:ext cx="8229600" cy="1143000"/>
          </a:xfrm>
        </p:spPr>
        <p:txBody>
          <a:bodyPr/>
          <a:p>
            <a:r>
              <a:rPr b="1" dirty="0" lang="en-US"/>
              <a:t>Thank you</a:t>
            </a:r>
            <a:endParaRPr b="1" dirty="0"/>
          </a:p>
        </p:txBody>
      </p:sp>
      <p:sp>
        <p:nvSpPr>
          <p:cNvPr id="1048609" name="Content Placeholder 2"/>
          <p:cNvSpPr>
            <a:spLocks noGrp="1"/>
          </p:cNvSpPr>
          <p:nvPr>
            <p:ph idx="4294967295"/>
          </p:nvPr>
        </p:nvSpPr>
        <p:spPr>
          <a:xfrm>
            <a:off x="0" y="1600200"/>
            <a:ext cx="8229600" cy="4525963"/>
          </a:xfrm>
        </p:spPr>
        <p:txBody>
          <a:bodyPr>
            <a:normAutofit/>
          </a:bodyPr>
          <a:p>
            <a:pPr indent="0" marL="0">
              <a:buNone/>
            </a:pPr>
            <a:endParaRPr dirty="0" sz="24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Nallaturu Bindu swarupa</dc:creator>
  <cp:lastModifiedBy>Nallaturu Bindu swarupa</cp:lastModifiedBy>
  <dcterms:created xsi:type="dcterms:W3CDTF">2013-01-26T22:14:16Z</dcterms:created>
  <dcterms:modified xsi:type="dcterms:W3CDTF">2026-02-27T11:53:35Z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fe401dbff12245bc9563a017c18d51ef</vt:lpwstr>
  </property>
</Properties>
</file>